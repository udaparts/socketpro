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03" autoAdjust="0"/>
    <p:restoredTop sz="94660"/>
  </p:normalViewPr>
  <p:slideViewPr>
    <p:cSldViewPr>
      <p:cViewPr>
        <p:scale>
          <a:sx n="125" d="100"/>
          <a:sy n="125" d="100"/>
        </p:scale>
        <p:origin x="-70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13597-ACC9-4F06-86B2-EA09D258CA32}" type="datetimeFigureOut">
              <a:rPr lang="en-US" smtClean="0"/>
              <a:t>9/28/2014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A971-1820-46B7-BAD4-53299342E0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13597-ACC9-4F06-86B2-EA09D258CA32}" type="datetimeFigureOut">
              <a:rPr lang="en-US" smtClean="0"/>
              <a:t>9/28/2014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A971-1820-46B7-BAD4-53299342E0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13597-ACC9-4F06-86B2-EA09D258CA32}" type="datetimeFigureOut">
              <a:rPr lang="en-US" smtClean="0"/>
              <a:t>9/28/2014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A971-1820-46B7-BAD4-53299342E0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13597-ACC9-4F06-86B2-EA09D258CA32}" type="datetimeFigureOut">
              <a:rPr lang="en-US" smtClean="0"/>
              <a:t>9/28/2014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A971-1820-46B7-BAD4-53299342E0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13597-ACC9-4F06-86B2-EA09D258CA32}" type="datetimeFigureOut">
              <a:rPr lang="en-US" smtClean="0"/>
              <a:t>9/28/2014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A971-1820-46B7-BAD4-53299342E0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13597-ACC9-4F06-86B2-EA09D258CA32}" type="datetimeFigureOut">
              <a:rPr lang="en-US" smtClean="0"/>
              <a:t>9/28/2014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A971-1820-46B7-BAD4-53299342E0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13597-ACC9-4F06-86B2-EA09D258CA32}" type="datetimeFigureOut">
              <a:rPr lang="en-US" smtClean="0"/>
              <a:t>9/28/2014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A971-1820-46B7-BAD4-53299342E0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13597-ACC9-4F06-86B2-EA09D258CA32}" type="datetimeFigureOut">
              <a:rPr lang="en-US" smtClean="0"/>
              <a:t>9/28/2014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A971-1820-46B7-BAD4-53299342E0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13597-ACC9-4F06-86B2-EA09D258CA32}" type="datetimeFigureOut">
              <a:rPr lang="en-US" smtClean="0"/>
              <a:t>9/28/2014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A971-1820-46B7-BAD4-53299342E0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13597-ACC9-4F06-86B2-EA09D258CA32}" type="datetimeFigureOut">
              <a:rPr lang="en-US" smtClean="0"/>
              <a:t>9/28/2014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A971-1820-46B7-BAD4-53299342E0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13597-ACC9-4F06-86B2-EA09D258CA32}" type="datetimeFigureOut">
              <a:rPr lang="en-US" smtClean="0"/>
              <a:t>9/28/2014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5A971-1820-46B7-BAD4-53299342E0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13597-ACC9-4F06-86B2-EA09D258CA32}" type="datetimeFigureOut">
              <a:rPr lang="en-US" smtClean="0"/>
              <a:t>9/28/2014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5A971-1820-46B7-BAD4-53299342E0F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upport@udaparts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772400" cy="1828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Extremely high performance persistent message queue by </a:t>
            </a:r>
            <a:r>
              <a:rPr lang="en-US" dirty="0" err="1" smtClean="0"/>
              <a:t>SocketPro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4478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 smtClean="0"/>
              <a:t>Yuancai</a:t>
            </a:r>
            <a:r>
              <a:rPr lang="en-US" dirty="0" smtClean="0"/>
              <a:t> (Charlie) Ye</a:t>
            </a:r>
          </a:p>
          <a:p>
            <a:r>
              <a:rPr lang="en-US" dirty="0" smtClean="0">
                <a:hlinkClick r:id="rId2"/>
              </a:rPr>
              <a:t>support@udaparts.com</a:t>
            </a:r>
            <a:endParaRPr lang="en-US" dirty="0" smtClean="0"/>
          </a:p>
          <a:p>
            <a:r>
              <a:rPr lang="en-US" dirty="0" smtClean="0"/>
              <a:t>http://www.udaparts.com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Features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038600" y="1600200"/>
            <a:ext cx="4648200" cy="4525963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Messages stored sequentially and lineally by FIFO</a:t>
            </a:r>
          </a:p>
          <a:p>
            <a:r>
              <a:rPr lang="en-US" dirty="0" smtClean="0"/>
              <a:t>Support publish and consume at the same time</a:t>
            </a:r>
          </a:p>
          <a:p>
            <a:r>
              <a:rPr lang="en-US" dirty="0" smtClean="0"/>
              <a:t>Consuming messages in batch</a:t>
            </a:r>
          </a:p>
          <a:p>
            <a:r>
              <a:rPr lang="en-US" dirty="0" smtClean="0"/>
              <a:t>Extremely high performance (&gt;150,000 messages per second for </a:t>
            </a:r>
            <a:r>
              <a:rPr lang="en-US" dirty="0" err="1" smtClean="0"/>
              <a:t>enqueuing</a:t>
            </a:r>
            <a:r>
              <a:rPr lang="en-US" dirty="0" smtClean="0"/>
              <a:t> and &gt; 90,000 messages in </a:t>
            </a:r>
            <a:r>
              <a:rPr lang="en-US" dirty="0" err="1" smtClean="0"/>
              <a:t>de</a:t>
            </a:r>
            <a:r>
              <a:rPr lang="en-US" dirty="0" err="1" smtClean="0"/>
              <a:t>queuing</a:t>
            </a:r>
            <a:r>
              <a:rPr lang="en-US" dirty="0" smtClean="0"/>
              <a:t>)</a:t>
            </a:r>
          </a:p>
          <a:p>
            <a:r>
              <a:rPr lang="en-US" dirty="0" smtClean="0"/>
              <a:t>Guarantees (at-least-once and exactly-once)</a:t>
            </a:r>
          </a:p>
          <a:p>
            <a:r>
              <a:rPr lang="en-US" dirty="0" smtClean="0"/>
              <a:t>Transactional </a:t>
            </a:r>
            <a:r>
              <a:rPr lang="en-US" dirty="0" err="1" smtClean="0"/>
              <a:t>enqueuing</a:t>
            </a:r>
            <a:r>
              <a:rPr lang="en-US" dirty="0" smtClean="0"/>
              <a:t> and </a:t>
            </a:r>
            <a:r>
              <a:rPr lang="en-US" dirty="0" err="1" smtClean="0"/>
              <a:t>dequeuing</a:t>
            </a:r>
            <a:r>
              <a:rPr lang="en-US" dirty="0" smtClean="0"/>
              <a:t> (</a:t>
            </a:r>
            <a:r>
              <a:rPr lang="en-US" dirty="0" err="1" smtClean="0"/>
              <a:t>StartJob</a:t>
            </a:r>
            <a:r>
              <a:rPr lang="en-US" dirty="0" smtClean="0"/>
              <a:t>, </a:t>
            </a:r>
            <a:r>
              <a:rPr lang="en-US" dirty="0" err="1" smtClean="0"/>
              <a:t>EndJob</a:t>
            </a:r>
            <a:r>
              <a:rPr lang="en-US" dirty="0" smtClean="0"/>
              <a:t> and </a:t>
            </a:r>
            <a:r>
              <a:rPr lang="en-US" dirty="0" err="1" smtClean="0"/>
              <a:t>AbortJob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Consuming (Pull and Push)</a:t>
            </a:r>
          </a:p>
          <a:p>
            <a:r>
              <a:rPr lang="en-US" dirty="0" smtClean="0"/>
              <a:t>Auto-</a:t>
            </a:r>
            <a:r>
              <a:rPr lang="en-US" dirty="0"/>
              <a:t>c</a:t>
            </a:r>
            <a:r>
              <a:rPr lang="en-US" dirty="0" smtClean="0"/>
              <a:t>onsuming</a:t>
            </a:r>
            <a:r>
              <a:rPr lang="en-US" dirty="0" smtClean="0"/>
              <a:t> and auto-confirmation</a:t>
            </a:r>
            <a:endParaRPr lang="en-US" dirty="0"/>
          </a:p>
          <a:p>
            <a:r>
              <a:rPr lang="en-US" dirty="0" err="1" smtClean="0"/>
              <a:t>Async</a:t>
            </a:r>
            <a:r>
              <a:rPr lang="en-US" dirty="0" smtClean="0"/>
              <a:t> and batch transferring automatically and silently among applications</a:t>
            </a:r>
          </a:p>
          <a:p>
            <a:r>
              <a:rPr lang="en-US" dirty="0" smtClean="0"/>
              <a:t>Cross-platforms and cross-dev languages</a:t>
            </a:r>
          </a:p>
          <a:p>
            <a:r>
              <a:rPr lang="en-US" dirty="0" smtClean="0"/>
              <a:t>Secure</a:t>
            </a:r>
          </a:p>
          <a:p>
            <a:r>
              <a:rPr lang="en-US" dirty="0"/>
              <a:t>R</a:t>
            </a:r>
            <a:r>
              <a:rPr lang="en-US" dirty="0" smtClean="0"/>
              <a:t>eplicate messages across the network</a:t>
            </a:r>
          </a:p>
          <a:p>
            <a:r>
              <a:rPr lang="en-US" dirty="0" smtClean="0"/>
              <a:t>Very simple for reuse!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057400"/>
            <a:ext cx="3429000" cy="337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Messages Flow Activities by </a:t>
            </a:r>
            <a:r>
              <a:rPr lang="en-US" dirty="0" err="1" smtClean="0"/>
              <a:t>SocketPro</a:t>
            </a:r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752600"/>
            <a:ext cx="75438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err="1" smtClean="0"/>
              <a:t>SocketPro</a:t>
            </a:r>
            <a:r>
              <a:rPr lang="en-US" dirty="0" smtClean="0"/>
              <a:t> Sharable Queue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057400" y="2362200"/>
            <a:ext cx="1295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Producer 0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886200" y="2362200"/>
            <a:ext cx="1295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Producer 1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791200" y="2362200"/>
            <a:ext cx="12954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Producer n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2667000" y="3505200"/>
            <a:ext cx="3733800" cy="990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SocketPro</a:t>
            </a:r>
            <a:r>
              <a:rPr lang="en-US" dirty="0" smtClean="0"/>
              <a:t> Persistent Queue File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1371600" y="5029200"/>
            <a:ext cx="1524000" cy="4572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Consumer 0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3048000" y="5029200"/>
            <a:ext cx="1524000" cy="4572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Consumer 1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4724400" y="5029200"/>
            <a:ext cx="1524000" cy="4572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Consumer 2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6400800" y="5029200"/>
            <a:ext cx="1524000" cy="4572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Consumer m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6" idx="2"/>
          </p:cNvCxnSpPr>
          <p:nvPr/>
        </p:nvCxnSpPr>
        <p:spPr>
          <a:xfrm>
            <a:off x="2705100" y="2819400"/>
            <a:ext cx="1181100" cy="7620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2"/>
            <a:endCxn id="10" idx="0"/>
          </p:cNvCxnSpPr>
          <p:nvPr/>
        </p:nvCxnSpPr>
        <p:spPr>
          <a:xfrm>
            <a:off x="4533900" y="2819400"/>
            <a:ext cx="0" cy="6858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2"/>
          </p:cNvCxnSpPr>
          <p:nvPr/>
        </p:nvCxnSpPr>
        <p:spPr>
          <a:xfrm flipH="1">
            <a:off x="5257800" y="2819400"/>
            <a:ext cx="1181100" cy="7620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3"/>
            <a:endCxn id="11" idx="0"/>
          </p:cNvCxnSpPr>
          <p:nvPr/>
        </p:nvCxnSpPr>
        <p:spPr>
          <a:xfrm flipH="1">
            <a:off x="2133600" y="4350730"/>
            <a:ext cx="1080203" cy="6784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0" idx="4"/>
            <a:endCxn id="12" idx="0"/>
          </p:cNvCxnSpPr>
          <p:nvPr/>
        </p:nvCxnSpPr>
        <p:spPr>
          <a:xfrm flipH="1">
            <a:off x="3810000" y="4495800"/>
            <a:ext cx="723900" cy="533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0" idx="4"/>
            <a:endCxn id="13" idx="0"/>
          </p:cNvCxnSpPr>
          <p:nvPr/>
        </p:nvCxnSpPr>
        <p:spPr>
          <a:xfrm>
            <a:off x="4533900" y="4495800"/>
            <a:ext cx="952500" cy="533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0" idx="5"/>
            <a:endCxn id="14" idx="0"/>
          </p:cNvCxnSpPr>
          <p:nvPr/>
        </p:nvCxnSpPr>
        <p:spPr>
          <a:xfrm>
            <a:off x="5853997" y="4350730"/>
            <a:ext cx="1308803" cy="6784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Persistent Queue Interfaces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57200" y="1676400"/>
            <a:ext cx="4040188" cy="4449763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public interface </a:t>
            </a:r>
            <a:r>
              <a:rPr lang="en-US" dirty="0" err="1"/>
              <a:t>IMessageQueueBasic</a:t>
            </a:r>
            <a:r>
              <a:rPr lang="en-US" dirty="0"/>
              <a:t> {</a:t>
            </a:r>
          </a:p>
          <a:p>
            <a:r>
              <a:rPr lang="en-US" dirty="0"/>
              <a:t>        void </a:t>
            </a:r>
            <a:r>
              <a:rPr lang="en-US" dirty="0" err="1"/>
              <a:t>StopQueue</a:t>
            </a:r>
            <a:r>
              <a:rPr lang="en-US" dirty="0"/>
              <a:t>();</a:t>
            </a:r>
          </a:p>
          <a:p>
            <a:r>
              <a:rPr lang="en-US" dirty="0"/>
              <a:t>        void </a:t>
            </a:r>
            <a:r>
              <a:rPr lang="en-US" dirty="0" err="1"/>
              <a:t>StopQueue</a:t>
            </a:r>
            <a:r>
              <a:rPr lang="en-US" dirty="0"/>
              <a:t>(</a:t>
            </a:r>
            <a:r>
              <a:rPr lang="en-US" dirty="0" err="1"/>
              <a:t>bool</a:t>
            </a:r>
            <a:r>
              <a:rPr lang="en-US" dirty="0"/>
              <a:t> permanent);</a:t>
            </a:r>
          </a:p>
          <a:p>
            <a:r>
              <a:rPr lang="en-US" dirty="0"/>
              <a:t>        </a:t>
            </a:r>
            <a:r>
              <a:rPr lang="en-US" dirty="0" err="1"/>
              <a:t>ulong</a:t>
            </a:r>
            <a:r>
              <a:rPr lang="en-US" dirty="0"/>
              <a:t> </a:t>
            </a:r>
            <a:r>
              <a:rPr lang="en-US" dirty="0" err="1"/>
              <a:t>CancelQueuedMessages</a:t>
            </a:r>
            <a:r>
              <a:rPr lang="en-US" dirty="0"/>
              <a:t>(</a:t>
            </a:r>
            <a:r>
              <a:rPr lang="en-US" dirty="0" err="1"/>
              <a:t>ulong</a:t>
            </a:r>
            <a:r>
              <a:rPr lang="en-US" dirty="0"/>
              <a:t> </a:t>
            </a:r>
            <a:r>
              <a:rPr lang="en-US" dirty="0" err="1"/>
              <a:t>startIndex</a:t>
            </a:r>
            <a:r>
              <a:rPr lang="en-US" dirty="0"/>
              <a:t>, </a:t>
            </a:r>
            <a:r>
              <a:rPr lang="en-US" dirty="0" err="1"/>
              <a:t>ulong</a:t>
            </a:r>
            <a:r>
              <a:rPr lang="en-US" dirty="0"/>
              <a:t> </a:t>
            </a:r>
            <a:r>
              <a:rPr lang="en-US" dirty="0" err="1"/>
              <a:t>endIndex</a:t>
            </a:r>
            <a:r>
              <a:rPr lang="en-US" dirty="0"/>
              <a:t>);</a:t>
            </a:r>
          </a:p>
          <a:p>
            <a:r>
              <a:rPr lang="en-US" dirty="0"/>
              <a:t>        </a:t>
            </a:r>
            <a:r>
              <a:rPr lang="en-US" dirty="0" err="1"/>
              <a:t>ulong</a:t>
            </a:r>
            <a:r>
              <a:rPr lang="en-US" dirty="0"/>
              <a:t> </a:t>
            </a:r>
            <a:r>
              <a:rPr lang="en-US" dirty="0" err="1"/>
              <a:t>RemoveByTTL</a:t>
            </a:r>
            <a:r>
              <a:rPr lang="en-US" dirty="0" smtClean="0"/>
              <a:t>();</a:t>
            </a:r>
            <a:endParaRPr lang="en-US" dirty="0"/>
          </a:p>
          <a:p>
            <a:r>
              <a:rPr lang="en-US" dirty="0"/>
              <a:t>        void Reset</a:t>
            </a:r>
            <a:r>
              <a:rPr lang="en-US" dirty="0" smtClean="0"/>
              <a:t>();</a:t>
            </a:r>
          </a:p>
          <a:p>
            <a:r>
              <a:rPr lang="en-US" dirty="0"/>
              <a:t>  </a:t>
            </a:r>
            <a:r>
              <a:rPr lang="en-US" dirty="0" smtClean="0"/>
              <a:t>      </a:t>
            </a:r>
            <a:r>
              <a:rPr lang="en-US" dirty="0" err="1" smtClean="0"/>
              <a:t>bool</a:t>
            </a:r>
            <a:r>
              <a:rPr lang="en-US" dirty="0" smtClean="0"/>
              <a:t> </a:t>
            </a:r>
            <a:r>
              <a:rPr lang="en-US" dirty="0" err="1" smtClean="0"/>
              <a:t>AbortJob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bool</a:t>
            </a:r>
            <a:r>
              <a:rPr lang="en-US" dirty="0" smtClean="0"/>
              <a:t> </a:t>
            </a:r>
            <a:r>
              <a:rPr lang="en-US" dirty="0" err="1" smtClean="0"/>
              <a:t>StartJob</a:t>
            </a:r>
            <a:r>
              <a:rPr lang="en-US" dirty="0" smtClean="0"/>
              <a:t>();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bool</a:t>
            </a:r>
            <a:r>
              <a:rPr lang="en-US" dirty="0" smtClean="0"/>
              <a:t> </a:t>
            </a:r>
            <a:r>
              <a:rPr lang="en-US" dirty="0" err="1" smtClean="0"/>
              <a:t>EndJob</a:t>
            </a:r>
            <a:r>
              <a:rPr lang="en-US" dirty="0" smtClean="0"/>
              <a:t>();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uint</a:t>
            </a:r>
            <a:r>
              <a:rPr lang="en-US" dirty="0"/>
              <a:t> </a:t>
            </a:r>
            <a:r>
              <a:rPr lang="en-US" dirty="0" err="1"/>
              <a:t>MessagesInDequeuing</a:t>
            </a:r>
            <a:r>
              <a:rPr lang="en-US" dirty="0"/>
              <a:t> { get; }</a:t>
            </a:r>
          </a:p>
          <a:p>
            <a:r>
              <a:rPr lang="en-US" dirty="0"/>
              <a:t>        </a:t>
            </a:r>
            <a:r>
              <a:rPr lang="en-US" dirty="0" err="1"/>
              <a:t>ulong</a:t>
            </a:r>
            <a:r>
              <a:rPr lang="en-US" dirty="0"/>
              <a:t> </a:t>
            </a:r>
            <a:r>
              <a:rPr lang="en-US" dirty="0" err="1"/>
              <a:t>MessageCount</a:t>
            </a:r>
            <a:r>
              <a:rPr lang="en-US" dirty="0"/>
              <a:t> { get; }</a:t>
            </a:r>
          </a:p>
          <a:p>
            <a:r>
              <a:rPr lang="en-US" dirty="0"/>
              <a:t>        </a:t>
            </a:r>
            <a:r>
              <a:rPr lang="en-US" dirty="0" err="1"/>
              <a:t>ulong</a:t>
            </a:r>
            <a:r>
              <a:rPr lang="en-US" dirty="0"/>
              <a:t> </a:t>
            </a:r>
            <a:r>
              <a:rPr lang="en-US" dirty="0" err="1"/>
              <a:t>QueueSize</a:t>
            </a:r>
            <a:r>
              <a:rPr lang="en-US" dirty="0"/>
              <a:t> { get; }</a:t>
            </a:r>
          </a:p>
          <a:p>
            <a:r>
              <a:rPr lang="en-US" dirty="0"/>
              <a:t>        </a:t>
            </a:r>
            <a:r>
              <a:rPr lang="en-US" dirty="0" err="1"/>
              <a:t>bool</a:t>
            </a:r>
            <a:r>
              <a:rPr lang="en-US" dirty="0"/>
              <a:t> Available { get; }</a:t>
            </a:r>
          </a:p>
          <a:p>
            <a:r>
              <a:rPr lang="en-US" dirty="0"/>
              <a:t>        </a:t>
            </a:r>
            <a:r>
              <a:rPr lang="en-US" dirty="0" err="1"/>
              <a:t>bool</a:t>
            </a:r>
            <a:r>
              <a:rPr lang="en-US" dirty="0"/>
              <a:t> Secure { get; }</a:t>
            </a:r>
          </a:p>
          <a:p>
            <a:r>
              <a:rPr lang="en-US" dirty="0"/>
              <a:t>        string </a:t>
            </a:r>
            <a:r>
              <a:rPr lang="en-US" dirty="0" err="1"/>
              <a:t>QueueFileName</a:t>
            </a:r>
            <a:r>
              <a:rPr lang="en-US" dirty="0"/>
              <a:t> { get; }</a:t>
            </a:r>
          </a:p>
          <a:p>
            <a:r>
              <a:rPr lang="en-US" dirty="0"/>
              <a:t>        string </a:t>
            </a:r>
            <a:r>
              <a:rPr lang="en-US" dirty="0" err="1"/>
              <a:t>QueueName</a:t>
            </a:r>
            <a:r>
              <a:rPr lang="en-US" dirty="0"/>
              <a:t> { get; }</a:t>
            </a:r>
          </a:p>
          <a:p>
            <a:r>
              <a:rPr lang="en-US" dirty="0"/>
              <a:t>        </a:t>
            </a:r>
            <a:r>
              <a:rPr lang="en-US" dirty="0" err="1"/>
              <a:t>ulong</a:t>
            </a:r>
            <a:r>
              <a:rPr lang="en-US" dirty="0"/>
              <a:t> </a:t>
            </a:r>
            <a:r>
              <a:rPr lang="en-US" dirty="0" err="1"/>
              <a:t>JobSize</a:t>
            </a:r>
            <a:r>
              <a:rPr lang="en-US" dirty="0"/>
              <a:t> { get; }</a:t>
            </a:r>
          </a:p>
          <a:p>
            <a:r>
              <a:rPr lang="en-US" dirty="0"/>
              <a:t>        </a:t>
            </a:r>
            <a:r>
              <a:rPr lang="en-US" dirty="0" err="1"/>
              <a:t>bool</a:t>
            </a:r>
            <a:r>
              <a:rPr lang="en-US" dirty="0"/>
              <a:t> </a:t>
            </a:r>
            <a:r>
              <a:rPr lang="en-US" dirty="0" err="1"/>
              <a:t>DequeueShared</a:t>
            </a:r>
            <a:r>
              <a:rPr lang="en-US" dirty="0"/>
              <a:t> { get; }</a:t>
            </a:r>
          </a:p>
          <a:p>
            <a:r>
              <a:rPr lang="en-US" dirty="0"/>
              <a:t>        </a:t>
            </a:r>
            <a:r>
              <a:rPr lang="en-US" dirty="0" err="1"/>
              <a:t>ulong</a:t>
            </a:r>
            <a:r>
              <a:rPr lang="en-US" dirty="0"/>
              <a:t> </a:t>
            </a:r>
            <a:r>
              <a:rPr lang="en-US" dirty="0" err="1"/>
              <a:t>LastIndex</a:t>
            </a:r>
            <a:r>
              <a:rPr lang="en-US" dirty="0"/>
              <a:t> { get; }</a:t>
            </a:r>
          </a:p>
          <a:p>
            <a:r>
              <a:rPr lang="en-US" dirty="0"/>
              <a:t>        </a:t>
            </a:r>
            <a:r>
              <a:rPr lang="en-US" dirty="0" err="1"/>
              <a:t>tagQueueStatus</a:t>
            </a:r>
            <a:r>
              <a:rPr lang="en-US" dirty="0"/>
              <a:t> </a:t>
            </a:r>
            <a:r>
              <a:rPr lang="en-US" dirty="0" err="1"/>
              <a:t>QueueStatus</a:t>
            </a:r>
            <a:r>
              <a:rPr lang="en-US" dirty="0"/>
              <a:t> { get; }</a:t>
            </a:r>
          </a:p>
          <a:p>
            <a:r>
              <a:rPr lang="en-US" dirty="0"/>
              <a:t>        </a:t>
            </a:r>
            <a:r>
              <a:rPr lang="en-US" dirty="0" err="1"/>
              <a:t>uint</a:t>
            </a:r>
            <a:r>
              <a:rPr lang="en-US" dirty="0"/>
              <a:t> TTL { get; }</a:t>
            </a:r>
          </a:p>
          <a:p>
            <a:r>
              <a:rPr lang="en-US" dirty="0"/>
              <a:t>        </a:t>
            </a:r>
            <a:r>
              <a:rPr lang="en-US" dirty="0" err="1"/>
              <a:t>DateTime</a:t>
            </a:r>
            <a:r>
              <a:rPr lang="en-US" dirty="0"/>
              <a:t> </a:t>
            </a:r>
            <a:r>
              <a:rPr lang="en-US" dirty="0" err="1"/>
              <a:t>LastMessageTime</a:t>
            </a:r>
            <a:r>
              <a:rPr lang="en-US" dirty="0"/>
              <a:t> { get; }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4645025" y="1600200"/>
            <a:ext cx="4041775" cy="4525963"/>
          </a:xfrm>
        </p:spPr>
        <p:txBody>
          <a:bodyPr>
            <a:normAutofit fontScale="92500" lnSpcReduction="10000"/>
          </a:bodyPr>
          <a:lstStyle/>
          <a:p>
            <a:r>
              <a:rPr lang="en-US" sz="1300" dirty="0"/>
              <a:t>public interface </a:t>
            </a:r>
            <a:r>
              <a:rPr lang="en-US" sz="1300" b="1" i="1" dirty="0" err="1">
                <a:solidFill>
                  <a:srgbClr val="7030A0"/>
                </a:solidFill>
              </a:rPr>
              <a:t>IClientQueue</a:t>
            </a:r>
            <a:r>
              <a:rPr lang="en-US" sz="1300" dirty="0"/>
              <a:t> : </a:t>
            </a:r>
            <a:r>
              <a:rPr lang="en-US" sz="1300" dirty="0" err="1" smtClean="0"/>
              <a:t>IMessageQueueBasic</a:t>
            </a:r>
            <a:r>
              <a:rPr lang="en-US" sz="1300" dirty="0"/>
              <a:t> </a:t>
            </a:r>
            <a:r>
              <a:rPr lang="en-US" sz="1300" dirty="0" smtClean="0"/>
              <a:t>{</a:t>
            </a:r>
            <a:endParaRPr lang="en-US" sz="1300" dirty="0"/>
          </a:p>
          <a:p>
            <a:r>
              <a:rPr lang="en-US" sz="1300" dirty="0"/>
              <a:t>            </a:t>
            </a:r>
            <a:r>
              <a:rPr lang="en-US" sz="1300" dirty="0" err="1"/>
              <a:t>bool</a:t>
            </a:r>
            <a:r>
              <a:rPr lang="en-US" sz="1300" dirty="0"/>
              <a:t> </a:t>
            </a:r>
            <a:r>
              <a:rPr lang="en-US" sz="1300" dirty="0" err="1"/>
              <a:t>StartQueue</a:t>
            </a:r>
            <a:r>
              <a:rPr lang="en-US" sz="1300" dirty="0"/>
              <a:t>(string </a:t>
            </a:r>
            <a:r>
              <a:rPr lang="en-US" sz="1300" dirty="0" err="1"/>
              <a:t>qName</a:t>
            </a:r>
            <a:r>
              <a:rPr lang="en-US" sz="1300" dirty="0"/>
              <a:t>, </a:t>
            </a:r>
            <a:r>
              <a:rPr lang="en-US" sz="1300" dirty="0" err="1"/>
              <a:t>uint</a:t>
            </a:r>
            <a:r>
              <a:rPr lang="en-US" sz="1300" dirty="0"/>
              <a:t> </a:t>
            </a:r>
            <a:r>
              <a:rPr lang="en-US" sz="1300" dirty="0" err="1"/>
              <a:t>ttl</a:t>
            </a:r>
            <a:r>
              <a:rPr lang="en-US" sz="1300" dirty="0"/>
              <a:t>);</a:t>
            </a:r>
          </a:p>
          <a:p>
            <a:r>
              <a:rPr lang="en-US" sz="1300" dirty="0"/>
              <a:t>            </a:t>
            </a:r>
            <a:r>
              <a:rPr lang="en-US" sz="1300" dirty="0" err="1"/>
              <a:t>bool</a:t>
            </a:r>
            <a:r>
              <a:rPr lang="en-US" sz="1300" dirty="0"/>
              <a:t> </a:t>
            </a:r>
            <a:r>
              <a:rPr lang="en-US" sz="1300" dirty="0" err="1"/>
              <a:t>StartQueue</a:t>
            </a:r>
            <a:r>
              <a:rPr lang="en-US" sz="1300" dirty="0"/>
              <a:t>(string </a:t>
            </a:r>
            <a:r>
              <a:rPr lang="en-US" sz="1300" dirty="0" err="1"/>
              <a:t>qName</a:t>
            </a:r>
            <a:r>
              <a:rPr lang="en-US" sz="1300" dirty="0"/>
              <a:t>, </a:t>
            </a:r>
            <a:r>
              <a:rPr lang="en-US" sz="1300" dirty="0" err="1"/>
              <a:t>uint</a:t>
            </a:r>
            <a:r>
              <a:rPr lang="en-US" sz="1300" dirty="0"/>
              <a:t> </a:t>
            </a:r>
            <a:r>
              <a:rPr lang="en-US" sz="1300" dirty="0" err="1"/>
              <a:t>ttl</a:t>
            </a:r>
            <a:r>
              <a:rPr lang="en-US" sz="1300" dirty="0"/>
              <a:t>, </a:t>
            </a:r>
            <a:r>
              <a:rPr lang="en-US" sz="1300" dirty="0" err="1"/>
              <a:t>bool</a:t>
            </a:r>
            <a:r>
              <a:rPr lang="en-US" sz="1300" dirty="0"/>
              <a:t> secure);</a:t>
            </a:r>
          </a:p>
          <a:p>
            <a:r>
              <a:rPr lang="en-US" sz="1300" dirty="0"/>
              <a:t>            </a:t>
            </a:r>
            <a:r>
              <a:rPr lang="en-US" sz="1300" dirty="0" err="1"/>
              <a:t>bool</a:t>
            </a:r>
            <a:r>
              <a:rPr lang="en-US" sz="1300" dirty="0"/>
              <a:t> </a:t>
            </a:r>
            <a:r>
              <a:rPr lang="en-US" sz="1300" dirty="0" err="1"/>
              <a:t>StartQueue</a:t>
            </a:r>
            <a:r>
              <a:rPr lang="en-US" sz="1300" dirty="0"/>
              <a:t>(string </a:t>
            </a:r>
            <a:r>
              <a:rPr lang="en-US" sz="1300" dirty="0" err="1"/>
              <a:t>qName</a:t>
            </a:r>
            <a:r>
              <a:rPr lang="en-US" sz="1300" dirty="0"/>
              <a:t>, </a:t>
            </a:r>
            <a:r>
              <a:rPr lang="en-US" sz="1300" dirty="0" err="1"/>
              <a:t>uint</a:t>
            </a:r>
            <a:r>
              <a:rPr lang="en-US" sz="1300" dirty="0"/>
              <a:t> </a:t>
            </a:r>
            <a:r>
              <a:rPr lang="en-US" sz="1300" dirty="0" err="1"/>
              <a:t>ttl</a:t>
            </a:r>
            <a:r>
              <a:rPr lang="en-US" sz="1300" dirty="0"/>
              <a:t>, </a:t>
            </a:r>
            <a:r>
              <a:rPr lang="en-US" sz="1300" dirty="0" err="1"/>
              <a:t>bool</a:t>
            </a:r>
            <a:r>
              <a:rPr lang="en-US" sz="1300" dirty="0"/>
              <a:t> secure, </a:t>
            </a:r>
            <a:r>
              <a:rPr lang="en-US" sz="1300" dirty="0" err="1"/>
              <a:t>bool</a:t>
            </a:r>
            <a:r>
              <a:rPr lang="en-US" sz="1300" dirty="0"/>
              <a:t> </a:t>
            </a:r>
            <a:r>
              <a:rPr lang="en-US" sz="1300" dirty="0" err="1"/>
              <a:t>dequeueShared</a:t>
            </a:r>
            <a:r>
              <a:rPr lang="en-US" sz="1300" dirty="0"/>
              <a:t>);</a:t>
            </a:r>
          </a:p>
          <a:p>
            <a:r>
              <a:rPr lang="en-US" sz="1300" dirty="0"/>
              <a:t>            </a:t>
            </a:r>
            <a:r>
              <a:rPr lang="en-US" sz="1300" dirty="0" err="1"/>
              <a:t>bool</a:t>
            </a:r>
            <a:r>
              <a:rPr lang="en-US" sz="1300" dirty="0"/>
              <a:t> </a:t>
            </a:r>
            <a:r>
              <a:rPr lang="en-US" sz="1300" dirty="0" err="1"/>
              <a:t>AppendTo</a:t>
            </a:r>
            <a:r>
              <a:rPr lang="en-US" sz="1300" dirty="0"/>
              <a:t>(</a:t>
            </a:r>
            <a:r>
              <a:rPr lang="en-US" sz="1300" dirty="0" err="1"/>
              <a:t>IClientQueue</a:t>
            </a:r>
            <a:r>
              <a:rPr lang="en-US" sz="1300" dirty="0"/>
              <a:t> </a:t>
            </a:r>
            <a:r>
              <a:rPr lang="en-US" sz="1300" dirty="0" err="1"/>
              <a:t>clientQueue</a:t>
            </a:r>
            <a:r>
              <a:rPr lang="en-US" sz="1300" dirty="0"/>
              <a:t>);</a:t>
            </a:r>
          </a:p>
          <a:p>
            <a:r>
              <a:rPr lang="en-US" sz="1300" dirty="0"/>
              <a:t>            </a:t>
            </a:r>
            <a:r>
              <a:rPr lang="en-US" sz="1300" dirty="0" err="1"/>
              <a:t>bool</a:t>
            </a:r>
            <a:r>
              <a:rPr lang="en-US" sz="1300" dirty="0"/>
              <a:t> </a:t>
            </a:r>
            <a:r>
              <a:rPr lang="en-US" sz="1300" dirty="0" err="1"/>
              <a:t>AppendTo</a:t>
            </a:r>
            <a:r>
              <a:rPr lang="en-US" sz="1300" dirty="0"/>
              <a:t>(</a:t>
            </a:r>
            <a:r>
              <a:rPr lang="en-US" sz="1300" dirty="0" err="1"/>
              <a:t>IClientQueue</a:t>
            </a:r>
            <a:r>
              <a:rPr lang="en-US" sz="1300" dirty="0"/>
              <a:t>[] </a:t>
            </a:r>
            <a:r>
              <a:rPr lang="en-US" sz="1300" dirty="0" err="1"/>
              <a:t>clientQueues</a:t>
            </a:r>
            <a:r>
              <a:rPr lang="en-US" sz="1300" dirty="0"/>
              <a:t>);</a:t>
            </a:r>
          </a:p>
          <a:p>
            <a:r>
              <a:rPr lang="en-US" sz="1300" dirty="0"/>
              <a:t>            </a:t>
            </a:r>
            <a:r>
              <a:rPr lang="en-US" sz="1300" dirty="0" err="1"/>
              <a:t>bool</a:t>
            </a:r>
            <a:r>
              <a:rPr lang="en-US" sz="1300" dirty="0"/>
              <a:t> </a:t>
            </a:r>
            <a:r>
              <a:rPr lang="en-US" sz="1300" dirty="0" err="1"/>
              <a:t>AppendTo</a:t>
            </a:r>
            <a:r>
              <a:rPr lang="en-US" sz="1300" dirty="0"/>
              <a:t>(</a:t>
            </a:r>
            <a:r>
              <a:rPr lang="en-US" sz="1300" dirty="0" err="1"/>
              <a:t>IntPtr</a:t>
            </a:r>
            <a:r>
              <a:rPr lang="en-US" sz="1300" dirty="0"/>
              <a:t>[] </a:t>
            </a:r>
            <a:r>
              <a:rPr lang="en-US" sz="1300" dirty="0" err="1"/>
              <a:t>queueHandles</a:t>
            </a:r>
            <a:r>
              <a:rPr lang="en-US" sz="1300" dirty="0"/>
              <a:t>);</a:t>
            </a:r>
          </a:p>
          <a:p>
            <a:r>
              <a:rPr lang="en-US" sz="1300" dirty="0"/>
              <a:t>            </a:t>
            </a:r>
            <a:r>
              <a:rPr lang="en-US" sz="1300" dirty="0" err="1"/>
              <a:t>bool</a:t>
            </a:r>
            <a:r>
              <a:rPr lang="en-US" sz="1300" dirty="0"/>
              <a:t> </a:t>
            </a:r>
            <a:r>
              <a:rPr lang="en-US" sz="1300" dirty="0" err="1"/>
              <a:t>EnsureAppending</a:t>
            </a:r>
            <a:r>
              <a:rPr lang="en-US" sz="1300" dirty="0"/>
              <a:t>(</a:t>
            </a:r>
            <a:r>
              <a:rPr lang="en-US" sz="1300" dirty="0" err="1"/>
              <a:t>IClientQueue</a:t>
            </a:r>
            <a:r>
              <a:rPr lang="en-US" sz="1300" dirty="0"/>
              <a:t> </a:t>
            </a:r>
            <a:r>
              <a:rPr lang="en-US" sz="1300" dirty="0" err="1"/>
              <a:t>clientQueue</a:t>
            </a:r>
            <a:r>
              <a:rPr lang="en-US" sz="1300" dirty="0"/>
              <a:t>);</a:t>
            </a:r>
          </a:p>
          <a:p>
            <a:r>
              <a:rPr lang="en-US" sz="1300" dirty="0"/>
              <a:t>            </a:t>
            </a:r>
            <a:r>
              <a:rPr lang="en-US" sz="1300" dirty="0" err="1"/>
              <a:t>bool</a:t>
            </a:r>
            <a:r>
              <a:rPr lang="en-US" sz="1300" dirty="0"/>
              <a:t> </a:t>
            </a:r>
            <a:r>
              <a:rPr lang="en-US" sz="1300" dirty="0" err="1"/>
              <a:t>EnsureAppending</a:t>
            </a:r>
            <a:r>
              <a:rPr lang="en-US" sz="1300" dirty="0"/>
              <a:t>(</a:t>
            </a:r>
            <a:r>
              <a:rPr lang="en-US" sz="1300" dirty="0" err="1"/>
              <a:t>IClientQueue</a:t>
            </a:r>
            <a:r>
              <a:rPr lang="en-US" sz="1300" dirty="0"/>
              <a:t>[] </a:t>
            </a:r>
            <a:r>
              <a:rPr lang="en-US" sz="1300" dirty="0" err="1"/>
              <a:t>clientQueues</a:t>
            </a:r>
            <a:r>
              <a:rPr lang="en-US" sz="1300" dirty="0"/>
              <a:t>);</a:t>
            </a:r>
          </a:p>
          <a:p>
            <a:r>
              <a:rPr lang="en-US" sz="1300" dirty="0"/>
              <a:t>            </a:t>
            </a:r>
            <a:r>
              <a:rPr lang="en-US" sz="1300" dirty="0" err="1"/>
              <a:t>bool</a:t>
            </a:r>
            <a:r>
              <a:rPr lang="en-US" sz="1300" dirty="0"/>
              <a:t> </a:t>
            </a:r>
            <a:r>
              <a:rPr lang="en-US" sz="1300" dirty="0" err="1"/>
              <a:t>EnsureAppending</a:t>
            </a:r>
            <a:r>
              <a:rPr lang="en-US" sz="1300" dirty="0"/>
              <a:t>(</a:t>
            </a:r>
            <a:r>
              <a:rPr lang="en-US" sz="1300" dirty="0" err="1"/>
              <a:t>IntPtr</a:t>
            </a:r>
            <a:r>
              <a:rPr lang="en-US" sz="1300" dirty="0"/>
              <a:t>[] </a:t>
            </a:r>
            <a:r>
              <a:rPr lang="en-US" sz="1300" dirty="0" err="1"/>
              <a:t>queueHandles</a:t>
            </a:r>
            <a:r>
              <a:rPr lang="en-US" sz="1300" dirty="0"/>
              <a:t>);</a:t>
            </a:r>
          </a:p>
          <a:p>
            <a:endParaRPr lang="en-US" sz="1300" dirty="0"/>
          </a:p>
          <a:p>
            <a:r>
              <a:rPr lang="en-US" sz="1300" dirty="0"/>
              <a:t>            </a:t>
            </a:r>
            <a:r>
              <a:rPr lang="en-US" sz="1300" dirty="0" err="1"/>
              <a:t>bool</a:t>
            </a:r>
            <a:r>
              <a:rPr lang="en-US" sz="1300" dirty="0"/>
              <a:t> </a:t>
            </a:r>
            <a:r>
              <a:rPr lang="en-US" sz="1300" dirty="0" err="1"/>
              <a:t>DequeueEnabled</a:t>
            </a:r>
            <a:r>
              <a:rPr lang="en-US" sz="1300" dirty="0"/>
              <a:t> { get; }</a:t>
            </a:r>
          </a:p>
          <a:p>
            <a:r>
              <a:rPr lang="en-US" sz="1300" dirty="0"/>
              <a:t>            </a:t>
            </a:r>
            <a:r>
              <a:rPr lang="en-US" sz="1300" dirty="0" err="1"/>
              <a:t>bool</a:t>
            </a:r>
            <a:r>
              <a:rPr lang="en-US" sz="1300" dirty="0"/>
              <a:t> </a:t>
            </a:r>
            <a:r>
              <a:rPr lang="en-US" sz="1300" dirty="0" err="1"/>
              <a:t>RoutingQueueIndex</a:t>
            </a:r>
            <a:r>
              <a:rPr lang="en-US" sz="1300" dirty="0"/>
              <a:t> { get; set; }</a:t>
            </a:r>
          </a:p>
          <a:p>
            <a:r>
              <a:rPr lang="en-US" sz="1300" dirty="0"/>
              <a:t>            </a:t>
            </a:r>
            <a:r>
              <a:rPr lang="en-US" sz="1300" dirty="0" err="1"/>
              <a:t>IntPtr</a:t>
            </a:r>
            <a:r>
              <a:rPr lang="en-US" sz="1300" dirty="0"/>
              <a:t> Handle { get; }</a:t>
            </a:r>
          </a:p>
          <a:p>
            <a:r>
              <a:rPr lang="en-US" sz="1300" dirty="0" smtClean="0"/>
              <a:t>}</a:t>
            </a:r>
            <a:endParaRPr lang="en-US" sz="1300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What about </a:t>
            </a:r>
            <a:r>
              <a:rPr lang="en-US" b="1" i="1" dirty="0" err="1" smtClean="0">
                <a:solidFill>
                  <a:srgbClr val="7030A0"/>
                </a:solidFill>
              </a:rPr>
              <a:t>IServerQueue</a:t>
            </a:r>
            <a:r>
              <a:rPr lang="en-US" dirty="0" smtClean="0"/>
              <a:t>?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SocketPro</a:t>
            </a:r>
            <a:r>
              <a:rPr lang="en-US" dirty="0" smtClean="0"/>
              <a:t> Communication Model</a:t>
            </a:r>
            <a:br>
              <a:rPr lang="en-US" dirty="0" smtClean="0"/>
            </a:br>
            <a:r>
              <a:rPr lang="en-US" sz="3100" dirty="0" smtClean="0"/>
              <a:t>(Request </a:t>
            </a:r>
            <a:r>
              <a:rPr lang="en-US" sz="3100" dirty="0"/>
              <a:t>batching, asynchrony and parallel </a:t>
            </a:r>
            <a:r>
              <a:rPr lang="en-US" sz="3100" dirty="0" smtClean="0"/>
              <a:t>)</a:t>
            </a:r>
            <a:endParaRPr lang="en-US" sz="31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905000"/>
            <a:ext cx="632460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457200"/>
            <a:ext cx="8153400" cy="7620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SocketPro</a:t>
            </a:r>
            <a:r>
              <a:rPr lang="en-US" dirty="0" smtClean="0"/>
              <a:t> Queue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RabbitMQ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300" dirty="0" smtClean="0"/>
              <a:t>http://www.udaparts.com/document/articles/fastsocketpro.htm</a:t>
            </a:r>
            <a:endParaRPr lang="en-US" dirty="0"/>
          </a:p>
        </p:txBody>
      </p:sp>
      <p:pic>
        <p:nvPicPr>
          <p:cNvPr id="19458" name="Picture 2" descr="http://www.udaparts.com/document/articles/fastsocketpro_files/image00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447800"/>
            <a:ext cx="4114800" cy="2238376"/>
          </a:xfrm>
          <a:prstGeom prst="rect">
            <a:avLst/>
          </a:prstGeom>
          <a:noFill/>
        </p:spPr>
      </p:pic>
      <p:pic>
        <p:nvPicPr>
          <p:cNvPr id="19460" name="Picture 4" descr="http://www.udaparts.com/document/articles/fastsocketpro_files/image00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3810000"/>
            <a:ext cx="6343650" cy="2581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16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Demo One with C#/Java/Python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0600" y="3352800"/>
            <a:ext cx="7513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Client message queue for guaranteed request delivery over instable network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90600"/>
            <a:ext cx="8229600" cy="1143000"/>
          </a:xfrm>
        </p:spPr>
        <p:txBody>
          <a:bodyPr/>
          <a:lstStyle/>
          <a:p>
            <a:r>
              <a:rPr lang="en-US" b="1" dirty="0" smtClean="0"/>
              <a:t>Demo Two with C#/Java/Python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371600" y="3505200"/>
            <a:ext cx="685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A Filterable Server Queue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/>
          <a:p>
            <a:r>
              <a:rPr lang="en-US" dirty="0" smtClean="0"/>
              <a:t>Demo Three with C#/Java/Python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447800" y="3276600"/>
            <a:ext cx="6308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Auto </a:t>
            </a:r>
            <a:r>
              <a:rPr lang="en-US" sz="2400" dirty="0"/>
              <a:t>failure </a:t>
            </a:r>
            <a:r>
              <a:rPr lang="en-US" sz="2400" dirty="0" smtClean="0"/>
              <a:t>recovery Load balancing with </a:t>
            </a:r>
            <a:r>
              <a:rPr lang="en-US" sz="2400" dirty="0"/>
              <a:t>affinity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143000"/>
          </a:xfrm>
        </p:spPr>
        <p:txBody>
          <a:bodyPr/>
          <a:lstStyle/>
          <a:p>
            <a:r>
              <a:rPr lang="en-US" dirty="0" smtClean="0"/>
              <a:t>Demo Four with C#/Java/Python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95400" y="3886200"/>
            <a:ext cx="6638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Replication with </a:t>
            </a:r>
            <a:r>
              <a:rPr lang="en-US" sz="2800" dirty="0" err="1" smtClean="0"/>
              <a:t>SocketPro</a:t>
            </a:r>
            <a:r>
              <a:rPr lang="en-US" sz="2800" dirty="0" smtClean="0"/>
              <a:t> Persistent Queue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426</Words>
  <Application>Microsoft Office PowerPoint</Application>
  <PresentationFormat>On-screen Show (4:3)</PresentationFormat>
  <Paragraphs>81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Extremely high performance persistent message queue by SocketPro</vt:lpstr>
      <vt:lpstr>Key Features</vt:lpstr>
      <vt:lpstr>Messages Flow Activities by SocketPro</vt:lpstr>
      <vt:lpstr>SocketPro Sharable Queue</vt:lpstr>
      <vt:lpstr>Persistent Queue Interfaces </vt:lpstr>
      <vt:lpstr>SocketPro Communication Model (Request batching, asynchrony and parallel )</vt:lpstr>
      <vt:lpstr>SocketPro Queue vs RabbitMQ http://www.udaparts.com/document/articles/fastsocketpro.htm</vt:lpstr>
      <vt:lpstr>Demo One with C#/Java/Python</vt:lpstr>
      <vt:lpstr>Demo Two with C#/Java/Python</vt:lpstr>
      <vt:lpstr>Demo Three with C#/Java/Python</vt:lpstr>
      <vt:lpstr>Demo Four with C#/Java/Python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Extremely high performance persistent message queue by SocketPro</dc:title>
  <dc:creator>yye</dc:creator>
  <cp:lastModifiedBy>yye</cp:lastModifiedBy>
  <cp:revision>11</cp:revision>
  <dcterms:created xsi:type="dcterms:W3CDTF">2014-09-29T01:37:10Z</dcterms:created>
  <dcterms:modified xsi:type="dcterms:W3CDTF">2014-09-29T03:12:58Z</dcterms:modified>
</cp:coreProperties>
</file>